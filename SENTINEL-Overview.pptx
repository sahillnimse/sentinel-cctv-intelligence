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2A8C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92A8C0"/>
                </a:solidFill>
                <a:latin typeface="Calibri"/>
              </a:rPr>
              <a:t>Median milliseconds per frame, 1080p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milliseconds per frame</c:v>
                </c:pt>
              </c:strCache>
            </c:strRef>
          </c:tx>
          <c:spPr>
            <a:solidFill>
              <a:srgbClr val="6E8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3F7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86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2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CPU</c:v>
                  </c:pt>
                  <c:pt idx="1">
                    <c:v>CUDA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1186</c:v>
                </c:pt>
                <c:pt idx="1">
                  <c:v>523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3F7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2A8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12700" cap="flat">
              <a:solidFill>
                <a:srgbClr val="2034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86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addresses Model 1, the compulsory statewide camera registry with GIS mapping, and Model 3, a middleware federation layer. Departments keep their own cameras, storage and retention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600" kern="0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78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91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CCTV Intelligence Platform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operational picture across every departmental camera in Gujarat — without moving the video.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Innovation Challenge 2026   ·   Model 1 + Model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department already has cameras. Nobody has the picture.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municipal, transport and health estates each run their own DVRs, NVRs and vendor VMS. The footage exists. Reaching it is a phone call, a trip, and a USB stick.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788920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Islands of evidence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822192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estate is a separate system with its own login, format and retention. No query crosses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2487168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788920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08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by legwork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3822192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one vehicle means contacting each department in turn and hoping the clip still exists.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55864" y="2487168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2788920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75904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Rip-and-replace is not an option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3822192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will not surrender control of their cameras, their storage, or their budgets.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 EVERYTHING FOLLOWS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metadata, not video.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runs at the edge or on a regional node. Only compact structured records travel to the centre. Video moves when, and only when, there is a hit worth looking 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5257800" cy="2834640"/>
          </a:xfrm>
          <a:prstGeom prst="roundRect">
            <a:avLst>
              <a:gd name="adj" fmla="val 1935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834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the streams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101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599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Gbps sustained backhaul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3101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PB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0599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30-day retention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7183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cameras at 2 Mbps each.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257800" cy="2834640"/>
          </a:xfrm>
          <a:prstGeom prst="roundRect">
            <a:avLst>
              <a:gd name="adj" fmla="val 1935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834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the metadata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3101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F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GB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0599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day, whole state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3101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D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~10,000x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0599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network load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7183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grid, carrying plate reads instead of pixels.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order-of-magnitude estimates for a statewide estate at the stated assumptions.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event interface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codebase runs as a district edge node or as the central server. Configuration decides which.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7889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Departmental systems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58444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DVR, NVR and vendor VMS stay exactly where they are. No replacement, no migration, no change of ownership.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873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0" y="251460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27889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/ regional node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358444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Adapter, decode, detect, ANPR and face matching. A durable SQLite spool holds results when the link drops.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735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458200" y="2514600"/>
            <a:ext cx="3291840" cy="2971800"/>
          </a:xfrm>
          <a:prstGeom prst="roundRect">
            <a:avLst>
              <a:gd name="adj" fmla="val 1846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50808" y="27889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tier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3584448"/>
            <a:ext cx="2697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metadata index, watchlist matching, alerting and the GIS console for the whole state.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 travels right. Video is pulled left, on demand, only against a hit.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·  THE COMPULSORY FOUNDATION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Statewide camera registry with GIS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carries its position, orientation and reach, so coverage is a map question rather than a spreadsheet question.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record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181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compass heading, field of view and nominal ground range for each camera.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health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1181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offline or unknown, with last-seen timestamps and per-department rollups.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and gaps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18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shows which junctions are watched and, more usefully, which are not.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localisation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718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carry a normalised ground-contact point, so a sighting projects onto real coordinates.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·  FEDERATION MIDDLEWARE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adapters, one normalised event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adapter speaks one departmental system and returns the same shape. Adding a vendor is a new adapter, not a new platform.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8163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grid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RTSP, HLS and WebRTC-WHEP against the state feed, with credentials redacted in every log and export.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25603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8163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ONVIF Profile 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WS-Discovery scan of a local network, then probe and onboard. Off by default: multicast is nobody's surprise.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08776" y="25603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8163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RTSP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RTSP device or DVR channel, configured by name and URL. The fallback that always works.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0264" y="256032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28163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media archive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of recorded files federated as a second, non-network system for replay and testing.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is forced over TCP throughout; timing is driven by stream presentation timestamps, not arrival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PLATE RECOGNITION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vehicle-first cascade, not a full-frame sweep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full-frame plate detection measured 4 to 8 seconds per frame and produced unusable reads. Finding the vehicle first is faster and recalls more.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8163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328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vehicles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76732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at 960px isolates cars, motorcycles, buses and trucks in the full frame.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288" y="256032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28163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328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plate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76732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plate detector runs on each upscaled vehicle crop, gated on aspect ratio and minimum width.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256032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4808" y="28163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480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3328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characters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76732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Indian-tuned PP-OCRv5 recogniser, exported to ONNX, reads the plate region.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256032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26296" y="28163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6296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328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on an answer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767328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grouped into tracks and confirmed once two agree within an edit distance of two.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596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reads of one physical plate disagree. Consensus is what makes the output usable as evidence rather than as a suggestion.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pipeline, on the GPU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configuration setting moves every model onto CUDA. It is verified by executing a graph on the device, because the runtime advertises the provider whether or not it works.</a:t>
            </a:r>
            <a:endParaRPr lang="en-US" sz="15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51460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514600"/>
            <a:ext cx="4617720" cy="3017520"/>
          </a:xfrm>
          <a:prstGeom prst="roundRect">
            <a:avLst>
              <a:gd name="adj" fmla="val 1818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0" y="27889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2.3x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5387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end to end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3913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4663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3913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718 MB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663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VRAM of 4 GB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an NVIDIA GTX 1650 against live grid frames.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Vehicles are half the problem statement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names wanted persons and missing persons. A plate reader cannot answer either, so face recognition runs alongside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watchlist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181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Stolen, wanted, suspect or expired. Matching is fuzzy, so a misread plate still raises the alert.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715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watchlist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1181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wanted or missing person is enrolled from one photograph; the grid arms itself against that face.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cost when idle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18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 pass only runs when somebody is actually enrolled, and is capped so it cannot saturate the node.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alerting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7183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broadcast over a websocket to every open console, with the snapshot that triggered them.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 number in, movement history out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returns the route, the validation summary, the registration record and the watchlist verdict, so an investigator never has to know which system holds what.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761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4612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location-wise sighting chain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path drawn on the GIS map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registration from the vehicle authority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status and any open alerts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CSV and PDF export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514600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761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3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validation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2918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sightings are checked against the distance between the two cameras and the time elapsed. A hop nobody could have driven is flagged in the route rather than quietly presented as fact.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5720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 plate search from an evidence trail: the system states when it does not believe itself.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an investigating officer can file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 is built to be handed to a court, not to be screenshotted into a report.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report, PDF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9981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block, embedded snapshot thumbnails, chronological sighting log and officer signature blocks.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514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Hashed snapshots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09981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SHA-256 digest is recorded against every captured image and printed beside each record.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297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custody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0001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statement of how the records were produced, and an explicit note that nothing was reordered or filtered.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41148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4297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70001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regenerates identically from the same database state and stated timestamp.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SYSTEMS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subject, every authority's view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fans out across every connector with a view of the subject, so the officer gets one answer per authority instead of having to know which database holds the answer.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VAHAN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registration, owner, make, model and fuel class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260604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eGujCop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police records, including stolen-vehicle reports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08776" y="260604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CCTNS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and criminal tracking network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70264" y="260604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296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AFIS / NAFIS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identification for person subjects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800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authority failing must not lose the others. Each connector answers or reports itself unavailable, and the investigator sees which did which.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run against documented record shapes; live endpoints are supplied at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surveillance system is bought on its controls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the easy half. What a department is procuring is the answer to who did what, under what authority, and whether it can be proved afterwards.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gate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2468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Viewer, operator and administrator. Enforcement lives in a single middleware, so a new endpoint is closed by default rather than open.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015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a control room can run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40156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operators per shift, created and revoked by an administrator. Passwords are stored only as salted hashes.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33425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Revocation that takes effect now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433425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Deactivating an account, changing its role or resetting its password ends every session it holds on the next request, not at token expiry.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66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audit trail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266944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mutating call records the caller, the target and the outcome. Accounts are deactivated, never deleted, so the history stays attributable.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tested, not sketched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968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70832" y="2377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25968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55864" y="23774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5904" y="25968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375904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screens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7997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297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application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416052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437997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A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51297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adapters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55864" y="416052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437997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51297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data models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cover plate matching, role enforcement, account revocation, the edge spool, evidence export and the API end to end.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2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E2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platform to system of record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is there. The next phase is what turns it into something a department can operate and defend.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7063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752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files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15468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linked to an FIR number, with sightings, alerts and exports attached to the case rather than floating loose.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203A56"/>
          </a:solidFill>
          <a:ln w="12700">
            <a:solidFill>
              <a:srgbClr val="203A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277063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01968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752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Purpose-bound search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15468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trace records a case reference and a stated purpose, with a per-subject access log. Aligned to the Digital Personal Data Protection 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4165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98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Jurisdiction scoping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80060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scoped to a district or range, with cross-jurisdiction access requested explicitly and logged.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7293F"/>
          </a:solidFill>
          <a:ln w="12700">
            <a:solidFill>
              <a:srgbClr val="1729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4416552"/>
            <a:ext cx="384048" cy="384048"/>
          </a:xfrm>
          <a:prstGeom prst="ellipse">
            <a:avLst/>
          </a:prstGeom>
          <a:solidFill>
            <a:srgbClr val="E2722A"/>
          </a:solidFill>
          <a:ln w="12700">
            <a:solidFill>
              <a:srgbClr val="E27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398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review queue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80060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2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confirm or correct plate reads. Corrections become ground truth, and recognition accuracy becomes a measured, improving figure.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 keep their cameras.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 gets the picture.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40" kern="0" dirty="0">
                <a:solidFill>
                  <a:srgbClr val="6E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  ·   Unified CCTV Intelligence Platform   ·   Gujarat Police Innovation Challenge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Gujarat Police Innovation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Unified CCTV Intelligence Platform</dc:title>
  <dc:subject>PptxGenJS Presentation</dc:subject>
  <dc:creator>Sahil Nimse</dc:creator>
  <cp:lastModifiedBy>Sahil Nimse</cp:lastModifiedBy>
  <cp:revision>1</cp:revision>
  <dcterms:created xsi:type="dcterms:W3CDTF">2026-09-11T11:39:25Z</dcterms:created>
  <dcterms:modified xsi:type="dcterms:W3CDTF">2026-09-11T11:39:25Z</dcterms:modified>
</cp:coreProperties>
</file>